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3D Printer Playground, presented by FUBAR Labs at RoboCon New Jersey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Playground is on the lower level of Bridgewater Commons, next to Time After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FUBAR stands for Fair Use Building and Research. Community-run, volunteer-led, no corporate or institutional affiliation.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 get 24/7 access to all of this equipment, plus a general-purpose area for classes, events, and collaborative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Hosted by Leonard C. at FUBAR Labs. Monthly speakers, contests, and discussion topics: new printers, filament, print farms. Facebook group: New Jersey 3d Printers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 classes include Raspberry Pi, soldering, welding, CAD, Arduino, ham radio, and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to visit the website or join the Discord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9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20450"/>
            <a:ext cx="1026794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ROBOCON NEW JERSEY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321596"/>
            <a:ext cx="9614534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47"/>
              </a:lnSpc>
              <a:buNone/>
            </a:pPr>
            <a:r>
              <a:rPr lang="en-US" sz="11250" b="1" spc="-112" kern="0" dirty="0">
                <a:solidFill>
                  <a:srgbClr val="FFF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PRINTER PLAYGROUND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047750" y="6274346"/>
            <a:ext cx="10267949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Presented by FUBAR Labs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7750" y="7205679"/>
            <a:ext cx="9334499" cy="26458"/>
          </a:xfrm>
          <a:prstGeom prst="rect">
            <a:avLst/>
          </a:prstGeom>
          <a:solidFill>
            <a:srgbClr val="FFF20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7536904"/>
            <a:ext cx="2916237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Bridgewater Commons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56066" y="7536904"/>
            <a:ext cx="2991908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September 26–27, 2026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83290" y="2129790"/>
            <a:ext cx="6217920" cy="621792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99" cy="10286999"/>
          </a:xfrm>
          <a:prstGeom prst="rect">
            <a:avLst/>
          </a:prstGeom>
          <a:gradFill rotWithShape="1">
            <a:gsLst>
              <a:gs pos="0">
                <a:srgbClr val="0F2410">
                  <a:alpha val="96000"/>
                </a:srgbClr>
              </a:gs>
              <a:gs pos="38000">
                <a:srgbClr val="0F2410">
                  <a:alpha val="88000"/>
                </a:srgbClr>
              </a:gs>
              <a:gs pos="70000">
                <a:srgbClr val="0F241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047750" y="952500"/>
            <a:ext cx="8591549" cy="79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40"/>
              </a:lnSpc>
              <a:buNone/>
            </a:pPr>
            <a:r>
              <a:rPr lang="en-US" sz="6300" b="1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PRINTER PLAYGROUND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2245982"/>
            <a:ext cx="8044814" cy="14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ultimate 3D printing pop-up, featuring a step-by-step interactive journey from getting started at home to pro-level creations.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47750" y="8770441"/>
            <a:ext cx="859154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WHERE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750" y="9204854"/>
            <a:ext cx="859154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Lower Level, next to Time After Time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413536"/>
            <a:ext cx="838199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EST. 2009 · NEW BRUNSWICK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924182"/>
            <a:ext cx="7848599" cy="332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24"/>
              </a:lnSpc>
              <a:buNone/>
            </a:pPr>
            <a:r>
              <a:rPr lang="en-US" sz="9600" b="1" dirty="0">
                <a:solidFill>
                  <a:srgbClr val="3B9A1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 JERSEY'S FIRST MAKERSPACE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620249" y="3071895"/>
            <a:ext cx="8381999" cy="79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40"/>
              </a:lnSpc>
              <a:buNone/>
            </a:pPr>
            <a:r>
              <a:rPr lang="en-US" sz="6300" b="1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ABOUT FUBAR LABS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620249" y="4365377"/>
            <a:ext cx="7848599" cy="14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700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Fair Use Building and Research Labs brings makers, hackers, and tinkerers together to collaborate and share ideas and knowledge.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620249" y="6338796"/>
            <a:ext cx="7619999" cy="26458"/>
          </a:xfrm>
          <a:prstGeom prst="rect">
            <a:avLst/>
          </a:prstGeom>
          <a:solidFill>
            <a:srgbClr val="0F2410"/>
          </a:solidFill>
          <a:ln/>
        </p:spPr>
      </p:sp>
      <p:sp>
        <p:nvSpPr>
          <p:cNvPr id="7" name="Text 5"/>
          <p:cNvSpPr/>
          <p:nvPr/>
        </p:nvSpPr>
        <p:spPr>
          <a:xfrm>
            <a:off x="9620249" y="6631946"/>
            <a:ext cx="838199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501(c)(3) non-profit, run by volunteers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20249" y="7085417"/>
            <a:ext cx="838199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1510B Jersey Ave, North Brunswick, NJ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49" cy="79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40"/>
              </a:lnSpc>
              <a:buNone/>
            </a:pPr>
            <a:r>
              <a:rPr lang="en-US" sz="6300" b="1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INSIDE THE SPACE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047750" y="2169790"/>
            <a:ext cx="16192499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3352477"/>
            <a:ext cx="5397500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474061"/>
            <a:ext cx="5216525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3D PRINTERS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6445250" y="3352477"/>
            <a:ext cx="5397500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45250" y="2188311"/>
            <a:ext cx="18521" cy="1182687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06670" y="2474061"/>
            <a:ext cx="4855104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LASER CUTTER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11842749" y="3352477"/>
            <a:ext cx="5397500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842749" y="2188311"/>
            <a:ext cx="18521" cy="1182687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204170" y="2474061"/>
            <a:ext cx="4855104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METAL SHOP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1047750" y="5127832"/>
            <a:ext cx="5397500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656748"/>
            <a:ext cx="5216525" cy="1223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WOOD SHOP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6445250" y="5127832"/>
            <a:ext cx="5397500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45250" y="3370998"/>
            <a:ext cx="18521" cy="1775354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06670" y="3656748"/>
            <a:ext cx="4855104" cy="1223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ELECTRONICS &amp; SOLDERING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11842749" y="5127832"/>
            <a:ext cx="5397500" cy="18521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42749" y="3370998"/>
            <a:ext cx="18521" cy="1775354"/>
          </a:xfrm>
          <a:prstGeom prst="rect">
            <a:avLst/>
          </a:prstGeom>
          <a:solidFill>
            <a:srgbClr val="FFF200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204170" y="3656748"/>
            <a:ext cx="4855104" cy="1223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LATHES, MILLS &amp; WELDING</a:t>
            </a:r>
            <a:endParaRPr lang="en-US" sz="3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332426"/>
            <a:ext cx="11378637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HOSTED AT FUBAR LABS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185955"/>
            <a:ext cx="11378637" cy="79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40"/>
              </a:lnSpc>
              <a:buNone/>
            </a:pPr>
            <a:r>
              <a:rPr lang="en-US" sz="6300" b="1" dirty="0">
                <a:solidFill>
                  <a:srgbClr val="3B9A1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 JERSEY 3D PRINTERS CLUB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047750" y="4479437"/>
            <a:ext cx="10654542" cy="99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700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you have one printer, a few, or are thinking about buying one, this is the place for you.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5972844"/>
            <a:ext cx="10344215" cy="26458"/>
          </a:xfrm>
          <a:prstGeom prst="rect">
            <a:avLst/>
          </a:prstGeom>
          <a:solidFill>
            <a:srgbClr val="0F2410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6700448"/>
            <a:ext cx="672042" cy="9525"/>
          </a:xfrm>
          <a:prstGeom prst="rect">
            <a:avLst/>
          </a:prstGeom>
          <a:solidFill>
            <a:srgbClr val="0F2410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6189802"/>
            <a:ext cx="748242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WHEN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100792" y="6700448"/>
            <a:ext cx="9291174" cy="9525"/>
          </a:xfrm>
          <a:prstGeom prst="rect">
            <a:avLst/>
          </a:prstGeom>
          <a:solidFill>
            <a:srgbClr val="0F2410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100792" y="6189802"/>
            <a:ext cx="956990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3rd Monday of the month, 7:30–9:30 PM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7409532"/>
            <a:ext cx="672042" cy="9525"/>
          </a:xfrm>
          <a:prstGeom prst="rect">
            <a:avLst/>
          </a:prstGeom>
          <a:solidFill>
            <a:srgbClr val="0F2410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6898886"/>
            <a:ext cx="748242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100792" y="7409532"/>
            <a:ext cx="9291174" cy="9525"/>
          </a:xfrm>
          <a:prstGeom prst="rect">
            <a:avLst/>
          </a:prstGeom>
          <a:solidFill>
            <a:srgbClr val="0F2410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100792" y="6898886"/>
            <a:ext cx="956990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speakers, contests, printers, filament, print farms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8118615"/>
            <a:ext cx="672042" cy="26458"/>
          </a:xfrm>
          <a:prstGeom prst="rect">
            <a:avLst/>
          </a:prstGeom>
          <a:solidFill>
            <a:srgbClr val="0F241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7607969"/>
            <a:ext cx="748242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WHERE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100792" y="8118615"/>
            <a:ext cx="9291174" cy="26458"/>
          </a:xfrm>
          <a:prstGeom prst="rect">
            <a:avLst/>
          </a:prstGeom>
          <a:solidFill>
            <a:srgbClr val="0F2410"/>
          </a:solidFill>
          <a:ln/>
        </p:spPr>
      </p:sp>
      <p:sp>
        <p:nvSpPr>
          <p:cNvPr id="17" name="Text 15"/>
          <p:cNvSpPr/>
          <p:nvPr/>
        </p:nvSpPr>
        <p:spPr>
          <a:xfrm>
            <a:off x="2100792" y="7607969"/>
            <a:ext cx="9569909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1510 Jersey Ave, North Brunswick, NJ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064876" y="2174668"/>
            <a:ext cx="3905233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NEXT MEETUP · MON, OCT 19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439715" y="2723389"/>
            <a:ext cx="4800533" cy="4800533"/>
          </a:xfrm>
          <a:prstGeom prst="rect">
            <a:avLst/>
          </a:prstGeom>
          <a:solidFill>
            <a:srgbClr val="FFFFFF"/>
          </a:solidFill>
          <a:ln w="95250">
            <a:solidFill>
              <a:srgbClr val="3B9A1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733" y="3123406"/>
            <a:ext cx="4000500" cy="40005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449596" y="7752498"/>
            <a:ext cx="3058848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B9A1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RSVP ON MEETUP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9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8726247" cy="79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40"/>
              </a:lnSpc>
              <a:buNone/>
            </a:pPr>
            <a:r>
              <a:rPr lang="en-US" sz="6300" b="1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OPEN HACK &amp; EVENTS</a:t>
            </a:r>
            <a:endParaRPr lang="en-US" sz="6300" dirty="0"/>
          </a:p>
        </p:txBody>
      </p:sp>
      <p:sp>
        <p:nvSpPr>
          <p:cNvPr id="3" name="Text 1"/>
          <p:cNvSpPr/>
          <p:nvPr/>
        </p:nvSpPr>
        <p:spPr>
          <a:xfrm>
            <a:off x="1047750" y="2245982"/>
            <a:ext cx="8170940" cy="14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Hack is when the lab is open to the public, no membership required. Bring a project, learn the machines, and see what we're building.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47750" y="4409901"/>
            <a:ext cx="2932079" cy="1384267"/>
          </a:xfrm>
          <a:prstGeom prst="rect">
            <a:avLst/>
          </a:prstGeom>
          <a:solidFill>
            <a:srgbClr val="FFF200"/>
          </a:solidFill>
          <a:ln/>
        </p:spPr>
      </p:sp>
      <p:sp>
        <p:nvSpPr>
          <p:cNvPr id="5" name="Text 3"/>
          <p:cNvSpPr/>
          <p:nvPr/>
        </p:nvSpPr>
        <p:spPr>
          <a:xfrm>
            <a:off x="1390633" y="4581343"/>
            <a:ext cx="2470944" cy="678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THURSDAYS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90633" y="5278768"/>
            <a:ext cx="2470944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7:30–9:30 PM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208404" y="4409901"/>
            <a:ext cx="2432017" cy="1384267"/>
          </a:xfrm>
          <a:prstGeom prst="rect">
            <a:avLst/>
          </a:prstGeom>
          <a:solidFill>
            <a:srgbClr val="FFF200"/>
          </a:solidFill>
          <a:ln/>
        </p:spPr>
      </p:sp>
      <p:sp>
        <p:nvSpPr>
          <p:cNvPr id="8" name="Text 6"/>
          <p:cNvSpPr/>
          <p:nvPr/>
        </p:nvSpPr>
        <p:spPr>
          <a:xfrm>
            <a:off x="4551288" y="4581343"/>
            <a:ext cx="1920875" cy="678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241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SUNDAYS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51288" y="5278768"/>
            <a:ext cx="1920875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241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1:30–3:30 PM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28452" y="5442148"/>
            <a:ext cx="7428151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REGULAR MEETUPS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028452" y="5952794"/>
            <a:ext cx="7211797" cy="18521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28452" y="6199915"/>
            <a:ext cx="7428151" cy="45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Microcontroller Mondays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028452" y="6841215"/>
            <a:ext cx="7211797" cy="18521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28452" y="7088336"/>
            <a:ext cx="7428151" cy="45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Study Group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028452" y="7729636"/>
            <a:ext cx="7211797" cy="18521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28452" y="7976757"/>
            <a:ext cx="7428151" cy="45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Combat Robotics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0028452" y="9506479"/>
            <a:ext cx="7211797" cy="18521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28452" y="8618058"/>
            <a:ext cx="7211797" cy="18521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28452" y="8865178"/>
            <a:ext cx="7428151" cy="45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 / Electronic Music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605939"/>
            <a:ext cx="1905000" cy="19050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44322"/>
            <a:ext cx="7072511" cy="155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40"/>
              </a:lnSpc>
              <a:buNone/>
            </a:pPr>
            <a:r>
              <a:rPr lang="en-US" sz="6300" b="1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CONNECT WITH FUBAR LABS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1047750" y="7097902"/>
            <a:ext cx="7553167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FE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1510B Jersey Avenue, North Brunswick, NJ 08902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47750" y="7551373"/>
            <a:ext cx="7553167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FE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info@fubarlabs.org · (908) 223-8227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866766" y="2614910"/>
            <a:ext cx="3920050" cy="3920050"/>
          </a:xfrm>
          <a:prstGeom prst="rect">
            <a:avLst/>
          </a:prstGeom>
          <a:solidFill>
            <a:srgbClr val="FFFFFF"/>
          </a:solidFill>
          <a:ln w="74083">
            <a:solidFill>
              <a:srgbClr val="FFF2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41" y="2955685"/>
            <a:ext cx="3238500" cy="3238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99187" y="6763535"/>
            <a:ext cx="1600729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WEBSITE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9786978" y="7542444"/>
            <a:ext cx="2287587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new.fubarlabs.org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13320199" y="2614910"/>
            <a:ext cx="3920050" cy="3920050"/>
          </a:xfrm>
          <a:prstGeom prst="rect">
            <a:avLst/>
          </a:prstGeom>
          <a:solidFill>
            <a:srgbClr val="FFFFFF"/>
          </a:solidFill>
          <a:ln w="74083">
            <a:solidFill>
              <a:srgbClr val="FFF20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0974" y="2955685"/>
            <a:ext cx="3238500" cy="3238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87015" y="6763535"/>
            <a:ext cx="1525058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DISCORD</a:t>
            </a:r>
            <a:endParaRPr lang="en-US" sz="3600" dirty="0"/>
          </a:p>
        </p:txBody>
      </p:sp>
      <p:sp>
        <p:nvSpPr>
          <p:cNvPr id="13" name="Text 8"/>
          <p:cNvSpPr/>
          <p:nvPr/>
        </p:nvSpPr>
        <p:spPr>
          <a:xfrm>
            <a:off x="13903068" y="7542444"/>
            <a:ext cx="3029744" cy="35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discord.gg/dVs42Xz9Ns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2026-09-26T16:13:51Z</dcterms:created>
  <dcterms:modified xsi:type="dcterms:W3CDTF">2026-09-26T16:13:51Z</dcterms:modified>
</cp:coreProperties>
</file>